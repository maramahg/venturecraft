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400000</c:v>
                </c:pt>
                <c:pt idx="1">
                  <c:v>1200000</c:v>
                </c:pt>
                <c:pt idx="2">
                  <c:v>3000000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Venture Craftee</a:t>
            </a:r>
          </a:p>
          <a:p>
            <a:r>
              <a:t>Clean Energy &amp; Sustainability Solutions</a:t>
            </a:r>
          </a:p>
          <a:p>
            <a:r>
              <a:t>Mission: Help businesses reduce carbon emissions using intelligent energy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Company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Startup Name: Venture Craftee</a:t>
            </a:r>
          </a:p>
          <a:p>
            <a:r>
              <a:t>Industry: Clean Energy &amp; Sustainability</a:t>
            </a:r>
          </a:p>
          <a:p>
            <a:r>
              <a:t>Founded: 2024</a:t>
            </a:r>
          </a:p>
          <a:p>
            <a:r>
              <a:t>Focus: Smart energy optimization for commercial and urban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Mission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Mission:</a:t>
            </a:r>
          </a:p>
          <a:p>
            <a:r>
              <a:t>Enable businesses to reduce carbon emissions through intelligent energy management.</a:t>
            </a:r>
          </a:p>
          <a:p/>
          <a:p>
            <a:r>
              <a:t>Vision:</a:t>
            </a:r>
          </a:p>
          <a:p>
            <a:r>
              <a:t>Become a global platform powering sustainable and efficient energy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Daniel Carter – CEO (Energy Systems Engineer)</a:t>
            </a:r>
          </a:p>
          <a:p>
            <a:r>
              <a:t>Sofia Martinez – CTO (AI &amp; Data Analytics)</a:t>
            </a:r>
          </a:p>
          <a:p>
            <a:r>
              <a:t>Ahmed Al-Harbi – Sustainability Director</a:t>
            </a:r>
          </a:p>
          <a:p>
            <a:r>
              <a:t>Liam O’Connor – Operations Manager</a:t>
            </a:r>
          </a:p>
          <a:p>
            <a:r>
              <a:t>Priya Nair – Marketing Lead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Businesses waste significant energy due to inefficient systems.</a:t>
            </a:r>
          </a:p>
          <a:p>
            <a:r>
              <a:t>• Carbon emissions continue to rise globally.</a:t>
            </a:r>
          </a:p>
          <a:p>
            <a:r>
              <a:t>• Renewable energy adoption is difficult to manage.</a:t>
            </a:r>
          </a:p>
          <a:p>
            <a:r>
              <a:t>• Organizations lack tools to monitor and optimize energy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Global clean energy and energy management markets are rapidly growing.</a:t>
            </a:r>
          </a:p>
          <a:p>
            <a:r>
              <a:t>Drivers:</a:t>
            </a:r>
          </a:p>
          <a:p>
            <a:r>
              <a:t>• Government decarbonization policies</a:t>
            </a:r>
          </a:p>
          <a:p>
            <a:r>
              <a:t>• Corporate sustainability goals</a:t>
            </a:r>
          </a:p>
          <a:p>
            <a:r>
              <a:t>• Increased energy costs</a:t>
            </a:r>
          </a:p>
          <a:p>
            <a:r>
              <a:t>• Demand for smart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Venture Craftee provides a smart energy optimization platform that:</a:t>
            </a:r>
          </a:p>
          <a:p>
            <a:r>
              <a:t>• Monitors energy consumption in real time</a:t>
            </a:r>
          </a:p>
          <a:p>
            <a:r>
              <a:t>• Uses AI to optimize energy efficiency</a:t>
            </a:r>
          </a:p>
          <a:p>
            <a:r>
              <a:t>• Integrates renewable energy systems</a:t>
            </a:r>
          </a:p>
          <a:p>
            <a:r>
              <a:t>• Provides sustainability analytics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Core Components:</a:t>
            </a:r>
          </a:p>
          <a:p>
            <a:r>
              <a:t>• Smart energy monitoring dashboard</a:t>
            </a:r>
          </a:p>
          <a:p>
            <a:r>
              <a:t>• AI-based energy optimization engine</a:t>
            </a:r>
          </a:p>
          <a:p>
            <a:r>
              <a:t>• Renewable integration tools</a:t>
            </a:r>
          </a:p>
          <a:p>
            <a:r>
              <a:t>• Sustainability reporting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How the Product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Sensors collect energy data from buildings.</a:t>
            </a:r>
          </a:p>
          <a:p>
            <a:r>
              <a:t>2. Data is analyzed by the AI optimization engine.</a:t>
            </a:r>
          </a:p>
          <a:p>
            <a:r>
              <a:t>3. System recommends efficiency improvements.</a:t>
            </a:r>
          </a:p>
          <a:p>
            <a:r>
              <a:t>4. Users monitor results through a digital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Primary Customers:</a:t>
            </a:r>
          </a:p>
          <a:p>
            <a:r>
              <a:t>• Commercial buildings</a:t>
            </a:r>
          </a:p>
          <a:p>
            <a:r>
              <a:t>• Manufacturing companies</a:t>
            </a:r>
          </a:p>
          <a:p>
            <a:r>
              <a:t>• Universities and campuses</a:t>
            </a:r>
          </a:p>
          <a:p>
            <a:r>
              <a:t>• Smart cities and municipalities.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TAM: Global energy management market.</a:t>
            </a:r>
          </a:p>
          <a:p>
            <a:r>
              <a:t>SAM: Smart energy optimization for commercial buildings.</a:t>
            </a:r>
          </a:p>
          <a:p>
            <a:r>
              <a:t>SOM: Early adopters in sustainability-focused industries.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competitors include:</a:t>
            </a:r>
          </a:p>
          <a:p>
            <a:r>
              <a:t>• Schneider Electric</a:t>
            </a:r>
          </a:p>
          <a:p>
            <a:r>
              <a:t>• Siemens Energy</a:t>
            </a:r>
          </a:p>
          <a:p>
            <a:r>
              <a:t>• Energy optimization software providers.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AI-driven optimization technology</a:t>
            </a:r>
          </a:p>
          <a:p>
            <a:r>
              <a:t>• Lower implementation cost</a:t>
            </a:r>
          </a:p>
          <a:p>
            <a:r>
              <a:t>• Real-time carbon footprint tracking</a:t>
            </a:r>
          </a:p>
          <a:p>
            <a:r>
              <a:t>• Easy integration with existing infrastructure.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Streams:</a:t>
            </a:r>
          </a:p>
          <a:p>
            <a:r>
              <a:t>• SaaS subscription platform</a:t>
            </a:r>
          </a:p>
          <a:p>
            <a:r>
              <a:t>• Installation and setup services</a:t>
            </a:r>
          </a:p>
          <a:p>
            <a:r>
              <a:t>• Sustainability consulting services.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Early indicators:</a:t>
            </a:r>
          </a:p>
          <a:p>
            <a:r>
              <a:t>• Prototype platform completed</a:t>
            </a:r>
          </a:p>
          <a:p>
            <a:r>
              <a:t>• Pilot partnerships under discussion</a:t>
            </a:r>
          </a:p>
          <a:p>
            <a:r>
              <a:t>• Positive interest from enterprise clients.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Expand through renewable energy partnerships</a:t>
            </a:r>
          </a:p>
          <a:p>
            <a:r>
              <a:t>• Target enterprise clients and smart cities</a:t>
            </a:r>
          </a:p>
          <a:p>
            <a:r>
              <a:t>• Scale platform through SaaS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Financial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Year 1: Product launch &amp; pilot customers</a:t>
            </a:r>
          </a:p>
          <a:p>
            <a:r>
              <a:t>Year 2: Enterprise expansion</a:t>
            </a:r>
          </a:p>
          <a:p>
            <a:r>
              <a:t>Year 3: International 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Financial Projection Chart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Funding &amp;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Seeking: $750,000 Seed Investment</a:t>
            </a:r>
          </a:p>
          <a:p/>
          <a:p>
            <a:r>
              <a:t>Use of funds:</a:t>
            </a:r>
          </a:p>
          <a:p>
            <a:r>
              <a:t>• Product development</a:t>
            </a:r>
          </a:p>
          <a:p>
            <a:r>
              <a:t>• Infrastructure &amp; hardware</a:t>
            </a:r>
          </a:p>
          <a:p>
            <a:r>
              <a:t>• Marketing and partnerships</a:t>
            </a:r>
          </a:p>
          <a:p>
            <a:r>
              <a:t>• Operational costs.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Venture Craftee</a:t>
            </a:r>
          </a:p>
          <a:p>
            <a:r>
              <a:t>Building a smarter and cleaner energy future.</a:t>
            </a:r>
          </a:p>
          <a:p/>
          <a:p>
            <a:r>
              <a:t>Contact: daniel.carter@venturecraftee.com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